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11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them. This is the practical session after the OS lecture. Everyone will use a simulated Linux terminal in their browser. No installs, no logins. Set the tone: it's a game, but every command is real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like a briefing. The 'low-privilege shell' detail matters: they are NOT admin. Getting to admin is the whole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lockstep. The Hint button reveals the next command, so nobody gets stranded. Instructors float.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Drop your GitHub Pages / Netlify link or a QR here before class. If wifi flakes, students can also open the .html file you shared on Drive — it runs offline. Give everyone ~2 minutes to load it and confirm they see the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them: you saw these four ideas in the lecture. In the next 8 steps you'll actually do all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whoami prints the current user. Stress: intern is NOT root. This is least privilege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pwd = print working directory. Good moment to mention the single-tree filesystem starting at 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lists visible files. Tease that there is more here than ls shows by default (sets up ls -la).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= concatenate/print. The briefing points them to hidden files and to the recover.sh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-a and -l flags. Point at the rwx columns; the next slide decodes them fully. They now see the hidden .recovery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 into the hidden folder, read the note. It hands them the next move: fix recover.sh's permissions. Remind them cd .. returns to /home/intern.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chmod lesson. -rw-r--r-- has no x. chmod +x adds it. ./recover.sh then runs and prints the hint: the key is in /root and admin left a sudo hole.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show the plain cat fails (Permission denied) — that's least privilege working. Then sudo succeeds. The flag appears. This is the climax: privilege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any time a student is confused by the letters. Three groups of rwx: owner, group, everyone else. recover.sh started as -rw-r--r-- (owner could read/write but nobody could run) until chmod +x.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concept. Attackers rarely start as admin. They get in as someone small and climb. Defenders fight to block that climb.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answer key (do not show): the flag is CS4CS{r00t_4cc3ss_rec0v3r3d}. If a pair is far behind, the Hint button walks them straight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story to the defense. The escape room only worked because of two mistakes: over-granted sudo and a reused password. Least privilege is the headline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pairs 3-4 minutes, then take a few answers. Looking for: permissions blocked cat; removing intern from sudo (or not reusing the password) stops it; phone/school accounts have admin vs standard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need a home machine and sometimes a free account, so they're optional stretch goals, not classwork. picoCTF is the friendliest. Bandit needs SSH which our class wifi blocks, hence 'at home'.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out. Invite questions. Preview that the next lab (networking) puts them in the detective seat.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200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7373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22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CS4CS · OS SECURITY LAB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5488" y="2103120"/>
            <a:ext cx="8183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Ransomware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0292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6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Linux terminal escape room. Recover the locked server one command at a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35240" y="411480"/>
            <a:ext cx="731520" cy="731520"/>
          </a:xfrm>
          <a:prstGeom prst="ellipse">
            <a:avLst/>
          </a:prstGeom>
          <a:solidFill>
            <a:srgbClr val="22C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435" y="6016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22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13716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 just locked the company's main Linux server. You are the incident response team, and all you have is a low-privilege shell.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work through the system, recover the decryption key, and unlock the server.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502920"/>
            <a:ext cx="777240" cy="777240"/>
          </a:xfrm>
          <a:prstGeom prst="ellipse">
            <a:avLst/>
          </a:prstGeom>
          <a:solidFill>
            <a:srgbClr val="22C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602" y="7050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23419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solo or in pairs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 sharing one laptop is great. Talk through every step out loud.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06470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62502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904" y="23419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2502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together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2502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one step at a time as a room. Please don't race ahead of the slides.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10021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66053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454" y="23419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6053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here to help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66053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for more than a minute? Raise a hand, or hit the Hint button in the lab.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OPEN THE LAB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lab in your browser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THIS LINK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" y="242316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paste your lab link here ]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0" y="1828800"/>
            <a:ext cx="2971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9788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075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897880" y="260604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logged in as </a:t>
            </a: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standard user, not the admin. Eight objectives sit on the right. Type </a:t>
            </a:r>
            <a:r>
              <a:rPr lang="en-US" sz="13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help</a:t>
            </a: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time.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TODAY'S LECTURE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from class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929384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0482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line   </a:t>
            </a: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way to drive a computer, instead of clicking.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58775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3232" y="2642616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7614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87752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permissions   </a:t>
            </a: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read, write, or run each file (the rwx letters).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02920" y="3300984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13232" y="3355848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47472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30098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admin (root)   </a:t>
            </a: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everyday accounts are deliberately limited.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02920" y="4014216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13232" y="406908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18795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01421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  </a:t>
            </a: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from a limited account up to full control.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8 · IDENTIFY YOURSELF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you?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08111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3816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224942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whoami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075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 account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'intern', a standard user. Standard users can't touch everything, on purpose. That limit is your first clue about what you'll need to overcome.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8 · GET YOUR BEARINGS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you?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08111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3816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224942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/home/intern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075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working directory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pwd shows the folder you're standing in. In Linux everything lives under one tree that starts at / (the root of the filesystem).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8 · LOOK AROUND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the files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08111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3816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224942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briefing.txt   logs   recover.sh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075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directory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shows what's here. You can see a briefing, a logs folder, and a recovery script. But ls hides some things by default...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8 · READ THE MISSION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briefing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08111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3816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224942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briefing.txt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...look for HIDDEN files,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make recover.sh run.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075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prints a file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dumps a text file to the screen. The briefing tells you to reveal hidden files next. In Linux, anything whose name starts with a dot is hidden.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8 · REVEAL WHAT'S HIDDEN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every 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08111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3816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224942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-la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drwx------  intern  .recovery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 intern  recover.sh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075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change a command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 shows hidden files, -l shows the long view with permissions. The 10 letters on the left say who can read (r), write (w), and run (x) each file.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8 · FOLLOW THE TRAIL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hidden note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08111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3816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224942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.recovery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note.txt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recover.sh executable,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run 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075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and read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changes directory (cd .. goes back up). The hidden note tells you recover.sh needs execute permission before it will run.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8 · FIX A BROKEN PERMISSION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script runnable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08111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3816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224942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-l recover.sh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-rw-r--r--   (no x = can't run)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+x recover.sh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./recover.sh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075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execute bit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'x' means a file can't be run. chmod +x adds permission to execute. Running the script reveals how to reach the key.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8 · THE FINAL JUMP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 to root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08111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7512" y="199339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13816" y="199339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0120" y="199339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2249424"/>
            <a:ext cx="41879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/root/decryption_key.txt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08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denied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cat /root/decryption_key.txt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DECRYPTION KEY: CS4CS{...}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3375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3212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207568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= run as admin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32120" y="2606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intern you can't read root's files. sudo runs one command with admin power. The admin left intern on the sudo list, so the key is yours.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READING PERMISSIONS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 -rwxr-xr-x  means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371600" cy="2103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file, d folder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9202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148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rwx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1168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031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write run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60520" y="19202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60520" y="2148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r-x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160520" y="2971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5196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. run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r-x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0936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. run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read   w = write   x = execute (run).   A dash means that permission is off.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22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13716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from “intern” to “root” is called privilege escalation. It's the single move almost every real attack is trying to make.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climb and you stop the attack.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502920"/>
            <a:ext cx="777240" cy="777240"/>
          </a:xfrm>
          <a:prstGeom prst="ellipse">
            <a:avLst/>
          </a:prstGeom>
          <a:solidFill>
            <a:srgbClr val="22C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602" y="7050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your flag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0" y="457200"/>
            <a:ext cx="603504" cy="603504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751" y="614111"/>
            <a:ext cx="289682" cy="2896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2880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KEY YOU RECOVERED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" y="2468880"/>
            <a:ext cx="4389120" cy="68580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CS4CS{ ........ }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3375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key from the terminal into the flag box on the right of the lab, then press Submit.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0" y="1828800"/>
            <a:ext cx="29718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97880" y="205740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17627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46520" y="2075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unlocked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897880" y="2606040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flag pops the “Server recovered” screen and flips the lock to green. That means your team finished the incident.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attacker won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23419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access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was on the sudo list. A standard account should not be able to become root.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06470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62502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904" y="23419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2502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admin password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2502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reused credentials, so one leak opened the whole server.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10021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66053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454" y="23419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6053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least privilege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66053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account the smallest access it needs. Then a foothold stays small.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· TALK IT 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with your partner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122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  </a:t>
            </a: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plain cat fail but sudo cat work?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715768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13232" y="2834640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9535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715768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  </a:t>
            </a: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change would have stopped you reaching the key?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02920" y="3557016"/>
            <a:ext cx="81381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13232" y="3675888"/>
            <a:ext cx="457200" cy="45720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79476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557016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  </a:t>
            </a: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have you seen “admin vs normal user” on your own devices?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2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FURTHER AT HOME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the real thing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53" y="23419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picoCTF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beginner capture-the-flag challenges in your browser. Great next step.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06470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62502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904" y="23419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2502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OverTheWire: Bandit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2502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Linux server you SSH into and learn commands level by level.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10021" y="1920240"/>
            <a:ext cx="252923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628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66053" y="2194560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454" y="23419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6053" y="2880360"/>
            <a:ext cx="20720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shell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66053" y="3337560"/>
            <a:ext cx="20720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 Terminal, or Windows WSL, to practice ls, cd, chmod for real.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868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22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75488" y="13716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drove a Linux machine entirely by command, read its permissions, and escalated to root. That's a real day in security.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2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502920"/>
            <a:ext cx="777240" cy="777240"/>
          </a:xfrm>
          <a:prstGeom prst="ellipse">
            <a:avLst/>
          </a:prstGeom>
          <a:solidFill>
            <a:srgbClr val="22C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602" y="7050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8280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950" dirty="0">
                <a:solidFill>
                  <a:srgbClr val="22C7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 </a:t>
            </a: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 Ransomware · Linux Escape Lab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1917</Words>
  <Application>Microsoft Macintosh PowerPoint</Application>
  <PresentationFormat>On-screen Show (16:9)</PresentationFormat>
  <Paragraphs>213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Ransomware — Linux Escape Lab</dc:title>
  <dc:subject>PptxGenJS Presentation</dc:subject>
  <dc:creator>CS4CS</dc:creator>
  <cp:lastModifiedBy>Varsha Kumbenahally Roopeshkumar</cp:lastModifiedBy>
  <cp:revision>2</cp:revision>
  <dcterms:created xsi:type="dcterms:W3CDTF">2026-06-24T21:33:12Z</dcterms:created>
  <dcterms:modified xsi:type="dcterms:W3CDTF">2026-06-25T04:06:50Z</dcterms:modified>
</cp:coreProperties>
</file>